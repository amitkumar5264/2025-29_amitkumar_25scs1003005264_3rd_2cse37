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3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9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45805-F3A1-434F-999E-E29C61326BFD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5341C-BB22-44F5-AE8C-1772170B12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93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65341C-BB22-44F5-AE8C-1772170B12D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209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0547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416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671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1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34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090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0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481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997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943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4950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C6A0358-B987-4B49-ADCF-8B3EB294D5D2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810741-2231-43D0-BF46-BF8DD20F8C11}" type="slidenum">
              <a:rPr lang="en-IN" smtClean="0"/>
              <a:t>‹#›</a:t>
            </a:fld>
            <a:endParaRPr lang="en-IN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0370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4720EA-267A-C6A8-E4FD-5F93653E4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460010"/>
              </p:ext>
            </p:extLst>
          </p:nvPr>
        </p:nvGraphicFramePr>
        <p:xfrm>
          <a:off x="3875314" y="0"/>
          <a:ext cx="8316686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16686">
                  <a:extLst>
                    <a:ext uri="{9D8B030D-6E8A-4147-A177-3AD203B41FA5}">
                      <a16:colId xmlns:a16="http://schemas.microsoft.com/office/drawing/2014/main" val="4113767690"/>
                    </a:ext>
                  </a:extLst>
                </a:gridCol>
              </a:tblGrid>
              <a:tr h="685800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17600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A7F7FE7-2F3F-1D9A-3855-ED1571B659AC}"/>
              </a:ext>
            </a:extLst>
          </p:cNvPr>
          <p:cNvSpPr/>
          <p:nvPr/>
        </p:nvSpPr>
        <p:spPr>
          <a:xfrm>
            <a:off x="6003637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BCE6AD-4473-FAD2-E126-6147F9A0F595}"/>
              </a:ext>
            </a:extLst>
          </p:cNvPr>
          <p:cNvSpPr/>
          <p:nvPr/>
        </p:nvSpPr>
        <p:spPr>
          <a:xfrm>
            <a:off x="7639096" y="626907"/>
            <a:ext cx="3967753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INTERNSHIP</a:t>
            </a:r>
          </a:p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   REPORT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21D985-2F49-6EB1-5978-877D94E653CB}"/>
              </a:ext>
            </a:extLst>
          </p:cNvPr>
          <p:cNvSpPr txBox="1"/>
          <p:nvPr/>
        </p:nvSpPr>
        <p:spPr>
          <a:xfrm>
            <a:off x="9459685" y="2248763"/>
            <a:ext cx="39851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</a:rPr>
              <a:t>By Amit Kumar</a:t>
            </a:r>
            <a:endParaRPr lang="en-IN" sz="2400" i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B30F3-2ED7-8948-2F8B-71BF9779C2FE}"/>
              </a:ext>
            </a:extLst>
          </p:cNvPr>
          <p:cNvSpPr txBox="1"/>
          <p:nvPr/>
        </p:nvSpPr>
        <p:spPr>
          <a:xfrm>
            <a:off x="7723494" y="3347397"/>
            <a:ext cx="43216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000" dirty="0">
                <a:solidFill>
                  <a:schemeClr val="bg1"/>
                </a:solidFill>
              </a:rPr>
              <a:t>IILM University,</a:t>
            </a:r>
          </a:p>
          <a:p>
            <a:pPr algn="r"/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IN" sz="2000" dirty="0">
                <a:solidFill>
                  <a:schemeClr val="bg1"/>
                </a:solidFill>
              </a:rPr>
              <a:t>Knowledge Park II,</a:t>
            </a:r>
          </a:p>
          <a:p>
            <a:pPr algn="r"/>
            <a:r>
              <a:rPr lang="en-IN" sz="2000" dirty="0">
                <a:solidFill>
                  <a:schemeClr val="bg1"/>
                </a:solidFill>
              </a:rPr>
              <a:t> Greater Noida,</a:t>
            </a:r>
          </a:p>
          <a:p>
            <a:pPr algn="r"/>
            <a:r>
              <a:rPr lang="en-IN" sz="2000" dirty="0">
                <a:solidFill>
                  <a:schemeClr val="bg1"/>
                </a:solidFill>
              </a:rPr>
              <a:t> Uttar Pradesh 201306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5" name="image1.png">
            <a:extLst>
              <a:ext uri="{FF2B5EF4-FFF2-40B4-BE49-F238E27FC236}">
                <a16:creationId xmlns:a16="http://schemas.microsoft.com/office/drawing/2014/main" id="{06221088-9B85-6A7E-19E3-C53478CDFB5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128304" y="5247673"/>
            <a:ext cx="1323975" cy="128587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088286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23B2F4-D652-45A6-63DD-6B5E0449994C}"/>
              </a:ext>
            </a:extLst>
          </p:cNvPr>
          <p:cNvSpPr txBox="1"/>
          <p:nvPr/>
        </p:nvSpPr>
        <p:spPr>
          <a:xfrm>
            <a:off x="1567543" y="1505397"/>
            <a:ext cx="6096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Student</a:t>
            </a:r>
            <a:r>
              <a:rPr lang="en-US" sz="3200" b="1" dirty="0"/>
              <a:t>:</a:t>
            </a:r>
          </a:p>
          <a:p>
            <a:r>
              <a:rPr lang="en-US" sz="3200" b="1" dirty="0"/>
              <a:t>Name : Amit Kumar</a:t>
            </a:r>
          </a:p>
          <a:p>
            <a:r>
              <a:rPr lang="en-US" sz="3200" b="1" dirty="0"/>
              <a:t>Roll no: 25SCS1003005264</a:t>
            </a:r>
          </a:p>
          <a:p>
            <a:r>
              <a:rPr lang="en-US" sz="3200" b="1" dirty="0"/>
              <a:t>Section: 2CSE37</a:t>
            </a:r>
          </a:p>
          <a:p>
            <a:r>
              <a:rPr lang="en-US" sz="3200" b="1" dirty="0"/>
              <a:t>Semester: 3</a:t>
            </a:r>
            <a:r>
              <a:rPr lang="en-US" sz="3200" b="1" baseline="30000" dirty="0"/>
              <a:t>rd</a:t>
            </a:r>
            <a:endParaRPr lang="en-US" sz="3200" b="1" dirty="0"/>
          </a:p>
          <a:p>
            <a:r>
              <a:rPr lang="en-US" sz="3200" b="1" dirty="0"/>
              <a:t>Program:  B.Tech. CSE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E1035-AF92-2D59-302D-F179F558219C}"/>
              </a:ext>
            </a:extLst>
          </p:cNvPr>
          <p:cNvSpPr txBox="1"/>
          <p:nvPr/>
        </p:nvSpPr>
        <p:spPr>
          <a:xfrm>
            <a:off x="-185057" y="58206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</a:t>
            </a: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BOUT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1E056-08AF-2F30-6DFB-49F36A7E1958}"/>
              </a:ext>
            </a:extLst>
          </p:cNvPr>
          <p:cNvSpPr txBox="1"/>
          <p:nvPr/>
        </p:nvSpPr>
        <p:spPr>
          <a:xfrm>
            <a:off x="1567543" y="5227061"/>
            <a:ext cx="61885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Organization </a:t>
            </a:r>
          </a:p>
          <a:p>
            <a:r>
              <a:rPr lang="en-US" sz="2800" b="1" dirty="0"/>
              <a:t>Name:</a:t>
            </a:r>
            <a:endParaRPr lang="en-IN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7202C1-7893-6779-2996-EA281A40F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9495" y="4954429"/>
            <a:ext cx="1715505" cy="169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00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2C1038B-A6BC-F920-6DBB-4FA2CC936CC0}"/>
              </a:ext>
            </a:extLst>
          </p:cNvPr>
          <p:cNvSpPr/>
          <p:nvPr/>
        </p:nvSpPr>
        <p:spPr>
          <a:xfrm>
            <a:off x="1012371" y="376535"/>
            <a:ext cx="52132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6E19F-0619-E3E7-F363-14AA4FA63180}"/>
              </a:ext>
            </a:extLst>
          </p:cNvPr>
          <p:cNvSpPr txBox="1"/>
          <p:nvPr/>
        </p:nvSpPr>
        <p:spPr>
          <a:xfrm>
            <a:off x="1153886" y="1299865"/>
            <a:ext cx="9927771" cy="5013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My internship was based at </a:t>
            </a:r>
            <a:r>
              <a:rPr lang="en-US" sz="3200" b="1" dirty="0" err="1"/>
              <a:t>Sakshem</a:t>
            </a:r>
            <a:r>
              <a:rPr lang="en-US" sz="3200" b="1" dirty="0"/>
              <a:t> IT Solution PVT. LTD. , Janakpuri, New Delhi – 110058. It was remote internship.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I completed my required 2 months by serving as a Frontend Development Intern from 1</a:t>
            </a:r>
            <a:r>
              <a:rPr lang="en-US" sz="3200" b="1" baseline="30000" dirty="0"/>
              <a:t>st</a:t>
            </a:r>
            <a:r>
              <a:rPr lang="en-US" sz="3200" b="1" dirty="0"/>
              <a:t> June 2026 to 31</a:t>
            </a:r>
            <a:r>
              <a:rPr lang="en-US" sz="3200" b="1" baseline="30000" dirty="0"/>
              <a:t>st</a:t>
            </a:r>
            <a:r>
              <a:rPr lang="en-US" sz="3200" b="1" dirty="0"/>
              <a:t> July 2026, which included many hours of learning the frontend languages like HTML, CSS, </a:t>
            </a:r>
            <a:r>
              <a:rPr lang="en-US" sz="3200" b="1" dirty="0" err="1"/>
              <a:t>Javascript</a:t>
            </a:r>
            <a:r>
              <a:rPr lang="en-US" sz="3200" b="1" dirty="0"/>
              <a:t> and also applying it on live webpages.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71839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C9FAEF-2A48-0F5D-16B9-9DAD6F337343}"/>
              </a:ext>
            </a:extLst>
          </p:cNvPr>
          <p:cNvSpPr/>
          <p:nvPr/>
        </p:nvSpPr>
        <p:spPr>
          <a:xfrm>
            <a:off x="1089499" y="572477"/>
            <a:ext cx="409118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OBJECTIVES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499D9-B368-5746-9518-E56397C9245F}"/>
              </a:ext>
            </a:extLst>
          </p:cNvPr>
          <p:cNvSpPr txBox="1"/>
          <p:nvPr/>
        </p:nvSpPr>
        <p:spPr>
          <a:xfrm>
            <a:off x="1251858" y="1761208"/>
            <a:ext cx="100257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To work cooperatively with my supervisor, and to complete the  required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To develop my skill set and interest in Front-end development.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b="1" dirty="0"/>
              <a:t>To get practical experience in real life projects.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995516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5D35578-0B83-848A-CADD-9578B1F4CDA7}"/>
              </a:ext>
            </a:extLst>
          </p:cNvPr>
          <p:cNvSpPr txBox="1"/>
          <p:nvPr/>
        </p:nvSpPr>
        <p:spPr>
          <a:xfrm>
            <a:off x="0" y="61602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ACTIVITIES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FA986A-EE15-09F5-5EE9-25BB378D4F31}"/>
              </a:ext>
            </a:extLst>
          </p:cNvPr>
          <p:cNvSpPr txBox="1"/>
          <p:nvPr/>
        </p:nvSpPr>
        <p:spPr>
          <a:xfrm>
            <a:off x="1556658" y="2155371"/>
            <a:ext cx="96665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b="1" dirty="0"/>
              <a:t>Made changes in the design of pages of a new software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Updates on the user authentication and login/signup page.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Live server running the frontend and backend.</a:t>
            </a:r>
          </a:p>
        </p:txBody>
      </p:sp>
    </p:spTree>
    <p:extLst>
      <p:ext uri="{BB962C8B-B14F-4D97-AF65-F5344CB8AC3E}">
        <p14:creationId xmlns:p14="http://schemas.microsoft.com/office/powerpoint/2010/main" val="1548757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1BDD22-5BC3-0866-3CAA-104140BA65DA}"/>
              </a:ext>
            </a:extLst>
          </p:cNvPr>
          <p:cNvSpPr txBox="1"/>
          <p:nvPr/>
        </p:nvSpPr>
        <p:spPr>
          <a:xfrm>
            <a:off x="642257" y="46362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CHALLENGES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3A364-3BA8-8C6A-4A45-4D6ACFE644ED}"/>
              </a:ext>
            </a:extLst>
          </p:cNvPr>
          <p:cNvSpPr txBox="1"/>
          <p:nvPr/>
        </p:nvSpPr>
        <p:spPr>
          <a:xfrm>
            <a:off x="1611086" y="2002971"/>
            <a:ext cx="9631739" cy="5509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These are some of the challenges faced</a:t>
            </a:r>
          </a:p>
          <a:p>
            <a:r>
              <a:rPr lang="en-US" sz="3200" b="1" dirty="0"/>
              <a:t>during my internship:</a:t>
            </a:r>
          </a:p>
          <a:p>
            <a:endParaRPr lang="en-US" sz="24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Difficulty in learning how to user web development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application and new programming languages.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Cooperating with the team to increase the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 able to understand some of the new concepts.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516684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D2124F-6EF1-84F6-DEEC-847D86082FF7}"/>
              </a:ext>
            </a:extLst>
          </p:cNvPr>
          <p:cNvSpPr txBox="1"/>
          <p:nvPr/>
        </p:nvSpPr>
        <p:spPr>
          <a:xfrm>
            <a:off x="108857" y="507164"/>
            <a:ext cx="9448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EXAMPLES OF </a:t>
            </a:r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WORK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5B1836-9F6B-600A-2B19-8F5E7DC4F811}"/>
              </a:ext>
            </a:extLst>
          </p:cNvPr>
          <p:cNvSpPr txBox="1"/>
          <p:nvPr/>
        </p:nvSpPr>
        <p:spPr>
          <a:xfrm>
            <a:off x="1561589" y="2231572"/>
            <a:ext cx="928869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Worked on the new social media app project</a:t>
            </a:r>
          </a:p>
          <a:p>
            <a:r>
              <a:rPr lang="en-US" sz="3200" b="1" dirty="0"/>
              <a:t>     (still in work).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Making chat with friend interface.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Uploading videos and posts.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15412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FA7D59-AB3F-E6FF-2F5F-15649664B8D3}"/>
              </a:ext>
            </a:extLst>
          </p:cNvPr>
          <p:cNvSpPr txBox="1"/>
          <p:nvPr/>
        </p:nvSpPr>
        <p:spPr>
          <a:xfrm>
            <a:off x="402772" y="34387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PICTURES</a:t>
            </a:r>
            <a:endParaRPr lang="en-US" sz="5400" b="1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29C0A9-4B42-3076-14E5-42F6096C30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960" y="1523536"/>
            <a:ext cx="8972925" cy="465171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840465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F0273-0DAB-CA7F-5CCF-B5EAE6DC2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64" y="2116286"/>
            <a:ext cx="6596951" cy="44238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379427-38F1-B6F4-9EB5-623D34EC19E2}"/>
              </a:ext>
            </a:extLst>
          </p:cNvPr>
          <p:cNvSpPr txBox="1"/>
          <p:nvPr/>
        </p:nvSpPr>
        <p:spPr>
          <a:xfrm>
            <a:off x="1752600" y="51804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PICTURES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44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B7FCD4-B39A-64EF-DCB2-11747B0E8B83}"/>
              </a:ext>
            </a:extLst>
          </p:cNvPr>
          <p:cNvSpPr txBox="1"/>
          <p:nvPr/>
        </p:nvSpPr>
        <p:spPr>
          <a:xfrm>
            <a:off x="1099457" y="430963"/>
            <a:ext cx="824048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PERSONAL BENEFITS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2E589E-1A96-FE60-C2AF-0D18F503F9B6}"/>
              </a:ext>
            </a:extLst>
          </p:cNvPr>
          <p:cNvSpPr txBox="1"/>
          <p:nvPr/>
        </p:nvSpPr>
        <p:spPr>
          <a:xfrm>
            <a:off x="1306286" y="1589315"/>
            <a:ext cx="973182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 have become quite skillful using VS Code for actual project building. I will be able to use this application for personal project building.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 have developed habit of working in a team and to work continuously to meet the requirement and building a single project with a team.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I have been able to know more about the requirements to build a scalable software not just the frontend but also what goes in the backend And also, databases and clouds.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9747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247055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72</TotalTime>
  <Words>351</Words>
  <Application>Microsoft Office PowerPoint</Application>
  <PresentationFormat>Widescreen</PresentationFormat>
  <Paragraphs>61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Kumar</dc:creator>
  <cp:lastModifiedBy>Amit Kumar</cp:lastModifiedBy>
  <cp:revision>1</cp:revision>
  <dcterms:created xsi:type="dcterms:W3CDTF">2026-08-29T08:18:01Z</dcterms:created>
  <dcterms:modified xsi:type="dcterms:W3CDTF">2026-08-29T09:30:53Z</dcterms:modified>
</cp:coreProperties>
</file>